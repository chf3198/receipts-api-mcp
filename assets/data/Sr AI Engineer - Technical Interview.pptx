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b79dfc4d2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8b79dfc4d2_2_75:notes"/>
          <p:cNvSpPr/>
          <p:nvPr>
            <p:ph idx="2" type="sldImg"/>
          </p:nvPr>
        </p:nvSpPr>
        <p:spPr>
          <a:xfrm>
            <a:off x="1141192" y="685800"/>
            <a:ext cx="457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b3ca8fc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6b3ca8fc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receipt_id	receipt_date	company	product_category	service_name	description	quantity	unit_price_usd	discount_usd	tax_usd	total_usd	status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2025-01-001	2025-01-31	Northstar Software Co.	Cloud Platform	Cloud Hosting	Monthly cloud infrastructure hosting	1	1175	0	94	1269	Paid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2025-01-002	2025-01-31	Northstar Software Co.	Cloud Platform	Managed Database	Managed relational database service	1	850	0	68	918	Paid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6b3ca8fc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6b3ca8fc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4266"/>
            <a:ext cx="3886200" cy="734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1373"/>
            <a:ext cx="3200400" cy="87552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197"/>
            <a:ext cx="4114800" cy="57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799389"/>
            <a:ext cx="4114800" cy="22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1492"/>
            <a:ext cx="3886200" cy="6804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2065"/>
            <a:ext cx="3886200" cy="749427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00" spcFirstLastPara="1" rIns="45700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197"/>
            <a:ext cx="4114800" cy="57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799389"/>
            <a:ext cx="2019300" cy="22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799389"/>
            <a:ext cx="2019300" cy="22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197"/>
            <a:ext cx="4114800" cy="57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6874"/>
            <a:ext cx="2020094" cy="319597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00" spcFirstLastPara="1" rIns="45700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6471"/>
            <a:ext cx="2020094" cy="197388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6874"/>
            <a:ext cx="2020888" cy="319597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00" spcFirstLastPara="1" rIns="45700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6471"/>
            <a:ext cx="2020888" cy="197388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197"/>
            <a:ext cx="4114800" cy="57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404"/>
            <a:ext cx="1504157" cy="58050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00" spcFirstLastPara="1" rIns="45700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404"/>
            <a:ext cx="2555875" cy="2923956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6912"/>
            <a:ext cx="1504157" cy="234344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398167"/>
            <a:ext cx="2743200" cy="283117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00" spcFirstLastPara="1" rIns="45700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115"/>
            <a:ext cx="2743200" cy="2055572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1284"/>
            <a:ext cx="2743200" cy="402073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197"/>
            <a:ext cx="4114800" cy="57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5515" y="-127526"/>
            <a:ext cx="226097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7469" y="1084428"/>
            <a:ext cx="2923162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1969" y="93828"/>
            <a:ext cx="2923162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197"/>
            <a:ext cx="4114800" cy="57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799389"/>
            <a:ext cx="4114800" cy="22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5351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5351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492550" y="292650"/>
            <a:ext cx="84372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Exercise: Build a Receipts API and MCP Server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You have 45 minutes to complete </a:t>
            </a:r>
            <a:r>
              <a:rPr b="1" lang="en" sz="1000">
                <a:solidFill>
                  <a:schemeClr val="dk1"/>
                </a:solidFill>
              </a:rPr>
              <a:t>2 steps</a:t>
            </a:r>
            <a:r>
              <a:rPr lang="en" sz="1000">
                <a:solidFill>
                  <a:schemeClr val="dk1"/>
                </a:solidFill>
              </a:rPr>
              <a:t>. Please try to complete as much of this exercise as you can.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00"/>
                </a:highlight>
              </a:rPr>
              <a:t>Step 1 – Build a receipts reporting API</a:t>
            </a:r>
            <a:endParaRPr b="1" sz="1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</a:rPr>
              <a:t>Create a brief </a:t>
            </a:r>
            <a:r>
              <a:rPr b="1" lang="en" sz="1000" u="sng">
                <a:solidFill>
                  <a:schemeClr val="dk1"/>
                </a:solidFill>
                <a:highlight>
                  <a:schemeClr val="lt1"/>
                </a:highlight>
              </a:rPr>
              <a:t>pseudo</a:t>
            </a:r>
            <a:r>
              <a:rPr b="1" lang="en" sz="1000" u="sng">
                <a:solidFill>
                  <a:schemeClr val="dk1"/>
                </a:solidFill>
                <a:highlight>
                  <a:schemeClr val="lt1"/>
                </a:highlight>
              </a:rPr>
              <a:t> code</a:t>
            </a: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</a:rPr>
              <a:t> of the statistics endpoint and use it in your prompt.</a:t>
            </a:r>
            <a:endParaRPr b="1"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Input</a:t>
            </a:r>
            <a:r>
              <a:rPr lang="en" sz="1000">
                <a:solidFill>
                  <a:schemeClr val="dk1"/>
                </a:solidFill>
              </a:rPr>
              <a:t>: CSV files containing 2 months of 2025 receipt/transaction data. </a:t>
            </a:r>
            <a:r>
              <a:rPr i="1" lang="en" sz="1000">
                <a:solidFill>
                  <a:schemeClr val="dk1"/>
                </a:solidFill>
              </a:rPr>
              <a:t>(Copy files to your project, no need to import via API)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Goal</a:t>
            </a:r>
            <a:r>
              <a:rPr lang="en" sz="1000">
                <a:solidFill>
                  <a:schemeClr val="dk1"/>
                </a:solidFill>
              </a:rPr>
              <a:t>: Expose statistics over this data via an HTTP API.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Implement this endpoint: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571025" y="2571750"/>
            <a:ext cx="2762400" cy="187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GET /receipts/statistics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Returns SQL-style grouped receipt statistics.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Support grouping by: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company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product category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Support optional filters such as: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date range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product category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92550" y="4549700"/>
            <a:ext cx="413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Note</a:t>
            </a:r>
            <a:r>
              <a:rPr lang="en" sz="1000">
                <a:solidFill>
                  <a:schemeClr val="dk1"/>
                </a:solidFill>
              </a:rPr>
              <a:t>: Please do not copy this exercise as the prompt.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563925" y="353300"/>
            <a:ext cx="66315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00"/>
                </a:highlight>
              </a:rPr>
              <a:t>Step 2 – Turn the API logic into an MCP server</a:t>
            </a:r>
            <a:endParaRPr b="1" sz="1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Expose the reporting capabilities as MCP tools using FastMCP.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Required MCP tools: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receipt_statistics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 executive_leadership_email (new)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Add an executive_leadership_email tool that uses the receipt summary and grouped statistics to produce a business-facing email draft for leadership. The tool should accept inputs such as date range and grouping, then return a clear email subject and body highlighting key spend metrics, top cost drivers, and recommended areas for review.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00"/>
                </a:highlight>
              </a:rPr>
              <a:t>Stretch</a:t>
            </a:r>
            <a:r>
              <a:rPr b="1" lang="en" sz="1000">
                <a:solidFill>
                  <a:schemeClr val="dk1"/>
                </a:solidFill>
                <a:highlight>
                  <a:srgbClr val="FFFF00"/>
                </a:highlight>
              </a:rPr>
              <a:t> – Connect the MCP server to an AI assistant</a:t>
            </a:r>
            <a:endParaRPr b="1" sz="10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Connect the MCP server to an AI assistant in your IDE and ask it to generate a business-facing summary using the receipt data.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(Example output on next slide)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/>
        </p:nvSpPr>
        <p:spPr>
          <a:xfrm>
            <a:off x="463950" y="920825"/>
            <a:ext cx="31560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GET /receipts/statistics?group_by=company&amp;start_date=2025-01-01&amp;end_date=2025-12-31 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{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"group_by": "company",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"start_date": "2025-01-01",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"end_date": "2025-12-31",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"filters": {},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"row_count": 5,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"rows": [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{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 "group": "Northstar Software Co.",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 "receipt_count": 48,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 "quantity": 48,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 "subtotal_usd": "53955.00",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 "discount_usd": "240.00",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 "tax_usd": "4297.20",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 "total_usd": "58012.20",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 "average_receipt_total_usd": "1208.59"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},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{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  … 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  },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]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}</a:t>
            </a:r>
            <a:endParaRPr sz="800"/>
          </a:p>
        </p:txBody>
      </p:sp>
      <p:sp>
        <p:nvSpPr>
          <p:cNvPr id="142" name="Google Shape;142;p27"/>
          <p:cNvSpPr txBox="1"/>
          <p:nvPr/>
        </p:nvSpPr>
        <p:spPr>
          <a:xfrm>
            <a:off x="463950" y="4354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Step 1 - Example API Output</a:t>
            </a:r>
            <a:endParaRPr b="1" sz="12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(exact values &amp; groups may vary)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/>
        </p:nvSpPr>
        <p:spPr>
          <a:xfrm>
            <a:off x="317700" y="207000"/>
            <a:ext cx="85086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Step 2 - </a:t>
            </a: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Example MCP Output Using AI Assistant</a:t>
            </a:r>
            <a:endParaRPr b="1" sz="12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(exact values &amp; groups may vary)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Prompt</a:t>
            </a:r>
            <a:r>
              <a:rPr lang="en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Create a summary email for 2025 focused on the top 3 companies by cost.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Subject: Executive Receipt Spend Summary - 2025 Top 3 Companies by Cost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Executive Leadership Team,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Below is the 2025 receipt spend summary focused on the top 3 companies by total cost.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Total 2025 receipt spend was $167,702.40 across 240 receipts, covering 5 companies and 17 categories. The average receipt total was $698.76.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Top 3 Companies by Cost: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1. Northstar Software Co.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Total spend: $58,012.20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Receipts: 48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Average receipt: $1,208.59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2. …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Together, these three vendors accounted for $121,370.40, representing approximately 72.37% of total 2025 receipt spend.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Please review these vendors for budget planning, contract optimization, vendor concentration, and potential cost management opportunities heading into the next reporting cycle.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Regards,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Receipt Analytics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48" name="Google Shape;148;p28"/>
          <p:cNvCxnSpPr/>
          <p:nvPr/>
        </p:nvCxnSpPr>
        <p:spPr>
          <a:xfrm flipH="1" rot="10800000">
            <a:off x="364050" y="1113475"/>
            <a:ext cx="8187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